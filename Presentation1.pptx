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629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406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282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697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530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94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95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188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332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691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885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70F0C-7077-4EE5-A761-8DC1F853AB7C}" type="datetimeFigureOut">
              <a:rPr lang="tr-TR" smtClean="0"/>
              <a:t>20/09/2025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AE02B-AA9A-4054-99C8-1011CA054E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66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1D511-3DE7-6FC7-A3A4-70C1D6272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765" y="1643974"/>
            <a:ext cx="4486103" cy="3824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9E4551-1AAD-A23B-948A-4B50FA553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1557337"/>
            <a:ext cx="9458325" cy="374332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08A0754-7E6D-6159-F5E7-964964DB57AC}"/>
              </a:ext>
            </a:extLst>
          </p:cNvPr>
          <p:cNvGrpSpPr/>
          <p:nvPr/>
        </p:nvGrpSpPr>
        <p:grpSpPr>
          <a:xfrm>
            <a:off x="-606065" y="1053662"/>
            <a:ext cx="10512065" cy="4160364"/>
            <a:chOff x="-606065" y="1053662"/>
            <a:chExt cx="10512065" cy="416036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069CDF-D60B-ECF0-BE2C-D20DA800C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06065" y="1053662"/>
              <a:ext cx="10512065" cy="416036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E32C99-1B4B-483E-E691-EAF3C5A0C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633" y="1643974"/>
              <a:ext cx="4323132" cy="2136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494678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AAE4AC11-FFA4-494C-ADD3-3C41213BE7FE}" vid="{D7143CAB-6E9E-446D-9EB6-B447C8AB495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102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a4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2025-09-20T18:37:36Z</dcterms:created>
  <dcterms:modified xsi:type="dcterms:W3CDTF">2025-09-20T20:19:45Z</dcterms:modified>
</cp:coreProperties>
</file>